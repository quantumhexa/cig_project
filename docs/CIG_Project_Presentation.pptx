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EventLens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EA5E9"/>
                </a:solidFill>
              </a:defRPr>
            </a:pPr>
            <a:r>
              <a:t>Event &amp; Media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6809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CIG Dev Problem Statement</a:t>
            </a:r>
            <a:br/>
            <a:r>
              <a:t>Team: QuantumHexa</a:t>
            </a:r>
            <a:br/>
            <a:r>
              <a:t>GitHub: github.com/QuantumHexa/CIG_project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Club events generate hundreds of photos &amp; videos scattered across: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Google Drives, personal folders, WhatsApp groups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No central place to organize, search, or share media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Pain points: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Hard to find your own photos in large albums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No access control for private club content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No smart search by tags, events, or people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Manual watermarking and sharing is tedious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Our Solution — EventLens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Production-ready full-stack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A centralized, scalable web platform for clubs &amp; photographers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One place to: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Create events &amp; albums with metadata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Bulk upload photos/videos with drag-and-drop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Control public vs private access by role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Interact socially — like, comment, tag, favorite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AI auto-tagging + advanced search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Find your photos via face-matching selfie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Cloud storage (AWS S3) + watermarked downloads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Core Features — Event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Create &amp; manage events with descriptions &amp; metadata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Event-wise albums (Main Stage, Backstage, etc.)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Sort &amp; filter by: Event name | Date | Category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Club name &amp; category tagging for organization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Public / private event visibility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Core Features — Media Upload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Upload photos &amp; videos — single or bulk (up to 20 files)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Drag-and-drop upload zone with live preview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Sharp compression &amp; resize (max 2400px, JPEG 85%)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Automatic thumbnail generation (400×400)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Per-upload public / private toggle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Windows-friendly: accepts JPG, PNG, WebP, HEIC, 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Authentication &amp;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JWT-based secure authentication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Four roles: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Admin — full platform control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Photographer — upload &amp; manage events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Club Member — access private club media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Viewer — browse public content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Public media: visible to everyone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Private media: restricted to authorized members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Social Features &amp; Notifications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Like, comment, favorite on any media item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Tag friends/users in photos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Share event albums via URL / QR endpoint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Download with one click (authenticated)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Real-time notifications (Socket.io):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Someone liked your photo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Someone commented on your upload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Someone tagged you in a photo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AI / ML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Smart Image Tagging (on upload):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Category-based tags (cultural, sports, crowd…)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Color analysis (outdoor, nature, night…)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Optional Hugging Face BLIP captions (HF_API_TOKEN)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Advanced Search: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Event name, tags, upload date, uploader name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Facial Recognition / My Photos: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1. Upload reference selfie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2. Match against all event uploads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3. Personalized gallery of your photos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Cloud Integration &amp; Watermarking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AWS S3 integration (production):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PutObject upload, signed URLs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Automatic fallback to local storage in dev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Dynamic watermark on download: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Club name + Event name + User role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Applied via Sharp SVG composite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• Protects photographer &amp; club branding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Innovation &amp; Bonus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Beyond core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Bonus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Engineering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Infinite scroll gallery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PWA manifest (installable app)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QR-based album share API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Docker Compose for PostgreSQL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Full API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002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Modular TypeScript backend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TanStack Query on frontend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Role-based route guards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Seed data for instant demo</a:t>
            </a:r>
          </a:p>
          <a:p>
            <a:pPr>
              <a:spcAft>
                <a:spcPts val="1000"/>
              </a:spcAft>
              <a:defRPr sz="1600">
                <a:solidFill>
                  <a:srgbClr val="F8FAFC"/>
                </a:solidFill>
              </a:defRPr>
            </a:pPr>
            <a:r>
              <a:t>Cross-platform face matching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Frontend:  React 19 + Vite + Tailwind CSS + TanStack Query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Backend:   Node.js + Express + TypeScript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Database:  Prisma ORM + SQLite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Storage:   AWS S3 SDK v3 + Sharp image processing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Realtime:  Socket.io (notifications)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Auth:      JWT + bcrypt + role middleware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Client (React SPA / PWA)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     ↓ REST API + WebSocket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Express Server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├── Auth Middleware (JWT + Roles)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├── REST Routes (events, media, users, notifications)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├── AI Services (tagging, face embeddings)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├── Watermark Service (Sharp)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└── Storage Service → AWS S3 / local uploads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       ↓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PostgreSQL / SQLite via Prisma ORM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See docs/ARCHITECTURE.md for full Mermaid diagram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Database Schema (High Level)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User — roles, face descriptor for matching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Event — name, date, category, club, public flag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Album — event-wise album grouping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Media — url, thumbnail, tags, face data, public flag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MediaTag — AI / user labels for search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Like, Comment, Favorite, MediaUserTag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Notification — real-time alert records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Full ERD: docs/DATABASE_SCHEMA.md + prisma/schema.prisma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Live 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5–10 minute demo script for judges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1. Sign in → photo@cig.dev / password123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2. Events → Annual Cultural Fest 2026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3. Upload → drag-drop 2–3 photos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4. Gallery → view AI-generated tags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5. Search → filter by tag (e.g. crowd)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6. Like + comment → real-time notification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7. My Photos → upload selfie → find matches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8. Download → watermarked image (club + event + role)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Local: localhost:5173  |  API: localhost:4000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Evaluation Criteria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Mapped to CIG Dev marking rubric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EA5E9"/>
                          </a:solidFill>
                        </a:defRPr>
                      </a:pPr>
                      <a:r>
                        <a:t>Criteria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EA5E9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EA5E9"/>
                          </a:solidFill>
                        </a:defRPr>
                      </a:pPr>
                      <a:r>
                        <a:t>Our Implementation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UI/UX &amp; Design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Modern dark UI, drag-drop, responsive gallery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Backend &amp; APIs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REST modules, Prisma, typed services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Auth &amp; Access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JWT + 4 roles, public/private media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Cloud Integration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AWS S3 SDK, signed URLs, prod-ready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Media Management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Events, albums, bulk upload, compression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AI/ML Features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Auto tags, search, face match pipeline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Notifications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Socket.io real-time alerts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Code Quality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TypeScript, modular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Innovation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PWA, infinite scroll, QR 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Deliverables &amp;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GitHub: github.com/QuantumHexa/CIG_project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README + setup instructions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Database schema documentation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Architecture diagram (Mermaid)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API documentation (docs/API.md)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This presentation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✓ Local working demo (localhost:5173)</a:t>
            </a:r>
          </a:p>
          <a:p>
            <a:pPr>
              <a:spcAft>
                <a:spcPts val="1000"/>
              </a:spcAft>
              <a:defRPr sz="1800">
                <a:solidFill>
                  <a:srgbClr val="F8FAFC"/>
                </a:solidFill>
              </a:defRPr>
            </a:pPr>
            <a:r>
              <a:t>○ Demo video (5–10 min walkthrough) — record next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EA5E9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6809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EventLens — Centralize. Organize. Discover.</a:t>
            </a:r>
            <a:br/>
            <a:br/>
            <a:r>
              <a:t>GitHub: github.com/QuantumHexa/CIG_project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